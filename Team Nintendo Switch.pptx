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b0669bc8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cb0669bc8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cb0669bc80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cb0669bc80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cb0669bc80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cb0669bc80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b0669bc80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b0669bc80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b0669bc80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b0669bc80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b0669bc80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b0669bc80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b0669bc80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b0669bc80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b0669bc80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b0669bc80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b0669bc80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b0669bc80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b0669bc80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b0669bc80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b0669bc80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b0669bc80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b0669bc80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b0669bc80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b0669bc80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b0669bc80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b0669bc80_1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cb0669bc80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b0669bc80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b0669bc80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cb0669bc80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cb0669bc80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b0669bc80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cb0669bc80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b0669bc80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cb0669bc80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cb0669bc80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cb0669bc80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cb0669bc80_1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cb0669bc80_1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b0669bc80_1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cb0669bc80_1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cb0669bc80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cb0669bc80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cb0669bc80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cb0669bc80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cb0669bc80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cb0669bc80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cb0669bc80_1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cb0669bc80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cb0669bc80_1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cb0669bc80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b0669bc80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cb0669bc80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cb0669bc80_1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cb0669bc80_1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cb0669bc80_1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cb0669bc80_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cb0669bc80_1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cb0669bc80_1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cb0669bc80_1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cb0669bc80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0669bc80_1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cb0669bc80_1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cb0669bc80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cb0669bc80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cb0669bc80_1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cb0669bc80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cb0669bc80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cb0669bc80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cb0669bc80_1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cb0669bc80_1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cb0669bc80_1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cb0669bc80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cb0669bc80_1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cb0669bc80_1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cb0669bc80_1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cb0669bc80_1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cb0669bc80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cb0669bc80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cb0669bc80_1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cb0669bc80_1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b0669bc80_1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cb0669bc80_1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cb0669bc80_1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cb0669bc80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cb0669bc80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cb0669bc80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cb0669bc80_1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cb0669bc80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cb0669bc80_1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cb0669bc80_1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cb0669bc80_1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cb0669bc80_1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cb0669bc80_1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cb0669bc80_1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cb0669bc80_1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cb0669bc80_1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cb0669bc80_1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cb0669bc80_1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cb0669bc80_1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cb0669bc80_1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cb0669bc80_1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cb0669bc80_1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cb0669bc80_1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cb0669bc80_1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cb0669bc80_1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cb0669bc80_1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cb0669bc80_1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cb0669bc80_1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cb0669bc80_1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cb0669bc80_1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cc248404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cc248404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xd.adobe.com/view/e1be7a75-d411-4544-8764-9ffa597284ca-b4e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EFB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625" y="1078887"/>
            <a:ext cx="6252749" cy="327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582613" y="105825"/>
            <a:ext cx="7978800" cy="12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latin typeface="Montserrat"/>
                <a:ea typeface="Montserrat"/>
                <a:cs typeface="Montserrat"/>
                <a:sym typeface="Montserrat"/>
              </a:rPr>
              <a:t>Let’s Flip the Switch!</a:t>
            </a:r>
            <a:endParaRPr sz="6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163700" y="4086325"/>
            <a:ext cx="6816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Hamid Sutton, Terry Townsend, Brad Kivett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1606725" y="366150"/>
            <a:ext cx="43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Target Areas for Redesign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99425" y="139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Appearance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Theme Settings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Implementations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Messaging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Themes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 Settings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606725" y="366150"/>
            <a:ext cx="43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Issues with Target Areas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07575" y="1396700"/>
            <a:ext cx="44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Screen is too small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Buttons are small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Controllers are hard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doesn’t fit well inside the Dock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SD card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Kickstand quality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07575" y="1396700"/>
            <a:ext cx="44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Screen is too small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Buttons are small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Controllers are hard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doesn’t fit well inside the Dock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SD card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Kickstand quality 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1606725" y="366150"/>
            <a:ext cx="43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Issues with Target Areas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618900" y="1396700"/>
            <a:ext cx="44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News and Shop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Search Bar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Organization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Theme Settings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Limited Theme Customization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Gallery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 Settings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“Sleep Mode”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450" y="1152588"/>
            <a:ext cx="2544225" cy="25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Issues with Physical Attributes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4">
            <a:alphaModFix/>
          </a:blip>
          <a:srcRect b="0" l="44565" r="0" t="48103"/>
          <a:stretch/>
        </p:blipFill>
        <p:spPr>
          <a:xfrm>
            <a:off x="3507250" y="3212775"/>
            <a:ext cx="2868050" cy="166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7"/>
          <p:cNvCxnSpPr/>
          <p:nvPr/>
        </p:nvCxnSpPr>
        <p:spPr>
          <a:xfrm>
            <a:off x="2523725" y="4501975"/>
            <a:ext cx="1660800" cy="48900"/>
          </a:xfrm>
          <a:prstGeom prst="straightConnector1">
            <a:avLst/>
          </a:prstGeom>
          <a:noFill/>
          <a:ln cap="flat" cmpd="sng" w="38100">
            <a:solidFill>
              <a:srgbClr val="EE2F2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050" y="1336025"/>
            <a:ext cx="3616973" cy="20345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1286297" y="4059425"/>
            <a:ext cx="139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Hidden SD Card Slot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8" name="Google Shape;98;p17"/>
          <p:cNvCxnSpPr/>
          <p:nvPr/>
        </p:nvCxnSpPr>
        <p:spPr>
          <a:xfrm>
            <a:off x="6162750" y="1888725"/>
            <a:ext cx="852900" cy="307500"/>
          </a:xfrm>
          <a:prstGeom prst="straightConnector1">
            <a:avLst/>
          </a:prstGeom>
          <a:noFill/>
          <a:ln cap="flat" cmpd="sng" w="38100">
            <a:solidFill>
              <a:srgbClr val="EE2F2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 txBox="1"/>
          <p:nvPr/>
        </p:nvSpPr>
        <p:spPr>
          <a:xfrm>
            <a:off x="4260725" y="1336013"/>
            <a:ext cx="1953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Tight fit may cause scratching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 flipH="1">
            <a:off x="3720350" y="2605125"/>
            <a:ext cx="993300" cy="24300"/>
          </a:xfrm>
          <a:prstGeom prst="straightConnector1">
            <a:avLst/>
          </a:prstGeom>
          <a:noFill/>
          <a:ln cap="flat" cmpd="sng" w="38100">
            <a:solidFill>
              <a:srgbClr val="EE2F2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7"/>
          <p:cNvSpPr txBox="1"/>
          <p:nvPr/>
        </p:nvSpPr>
        <p:spPr>
          <a:xfrm>
            <a:off x="4713650" y="2205738"/>
            <a:ext cx="1953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Flat design on controller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Issues with Software Features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00" y="2015225"/>
            <a:ext cx="4080925" cy="229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2015224"/>
            <a:ext cx="4080926" cy="229552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1667025" y="1451850"/>
            <a:ext cx="15519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>
                <a:latin typeface="Montserrat"/>
                <a:ea typeface="Montserrat"/>
                <a:cs typeface="Montserrat"/>
                <a:sym typeface="Montserrat"/>
              </a:rPr>
              <a:t>News Page</a:t>
            </a:r>
            <a:endParaRPr sz="1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5945563" y="1451850"/>
            <a:ext cx="16386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8477"/>
              <a:buNone/>
            </a:pPr>
            <a:r>
              <a:rPr lang="en" sz="2042">
                <a:latin typeface="Montserrat"/>
                <a:ea typeface="Montserrat"/>
                <a:cs typeface="Montserrat"/>
                <a:sym typeface="Montserrat"/>
              </a:rPr>
              <a:t>eShop</a:t>
            </a:r>
            <a:r>
              <a:rPr lang="en" sz="2042">
                <a:latin typeface="Montserrat"/>
                <a:ea typeface="Montserrat"/>
                <a:cs typeface="Montserrat"/>
                <a:sym typeface="Montserrat"/>
              </a:rPr>
              <a:t> Page</a:t>
            </a:r>
            <a:endParaRPr sz="2042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ctrTitle"/>
          </p:nvPr>
        </p:nvSpPr>
        <p:spPr>
          <a:xfrm>
            <a:off x="1736300" y="1820100"/>
            <a:ext cx="6949500" cy="15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Contextual Inquiry and Analysis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Representative Tasks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07575" y="1396700"/>
            <a:ext cx="493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on the console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Attach the remotes to the console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 the theme of the device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“Pokemon Unite News”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Purchase “Super Mario Bros 3”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a game for 1-3 minutes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 the device like this (demonstrated)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Locate the memory card slot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Mirror the Switch to the TV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 off the controllers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Do’s and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Don'ts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83775" y="1396700"/>
            <a:ext cx="414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Do’s</a:t>
            </a:r>
            <a:endParaRPr b="1"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the joy-con and buttons larger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lighting to controls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Redesign the kickstand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 the size of switch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 the look of themes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Redesign the docking station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SD Slot location</a:t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25" y="1445551"/>
            <a:ext cx="368302" cy="36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Do’s and Don'ts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383775" y="1396700"/>
            <a:ext cx="414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Do’s</a:t>
            </a:r>
            <a:endParaRPr b="1"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the joy-con and buttons larger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lighting to controls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Redesign the kickstand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 the size of switch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 the look of themes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Redesign the docking station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SD Slot location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301375" y="1396700"/>
            <a:ext cx="414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2F2A"/>
                </a:solidFill>
              </a:rPr>
              <a:t>Don’ts</a:t>
            </a:r>
            <a:endParaRPr>
              <a:solidFill>
                <a:srgbClr val="EE2F2A"/>
              </a:solidFill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the game card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Difficult to navigate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it difficult to open the kickstand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Non-user friendly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25" y="1445551"/>
            <a:ext cx="368302" cy="368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850" y="1445550"/>
            <a:ext cx="368301" cy="36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Artifact Model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00" y="1264300"/>
            <a:ext cx="8673634" cy="3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Artifact Model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5000"/>
            <a:ext cx="8839201" cy="3450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Artifact Model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38" y="1231725"/>
            <a:ext cx="74961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Artifact Model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05000"/>
            <a:ext cx="7820510" cy="3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Artifact Model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3600"/>
            <a:ext cx="8839200" cy="299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 Model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325" y="1296850"/>
            <a:ext cx="6928810" cy="368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Social Model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200" y="1152600"/>
            <a:ext cx="5151326" cy="400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ctrTitle"/>
          </p:nvPr>
        </p:nvSpPr>
        <p:spPr>
          <a:xfrm>
            <a:off x="1736300" y="1806000"/>
            <a:ext cx="6949500" cy="153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Sketches &amp; Final Paper Prototype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313" y="1248025"/>
            <a:ext cx="5550833" cy="3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680" y="1305000"/>
            <a:ext cx="5170639" cy="3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562" y="1305000"/>
            <a:ext cx="5376876" cy="36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850" y="1231750"/>
            <a:ext cx="4935750" cy="37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5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088" y="1305000"/>
            <a:ext cx="46958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305000"/>
            <a:ext cx="446722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 txBox="1"/>
          <p:nvPr>
            <p:ph type="title"/>
          </p:nvPr>
        </p:nvSpPr>
        <p:spPr>
          <a:xfrm>
            <a:off x="1606725" y="366150"/>
            <a:ext cx="54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Sketches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663" y="1305000"/>
            <a:ext cx="46386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8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(Hardware)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900" y="1152600"/>
            <a:ext cx="5332027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9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(Software)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9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527" y="1152600"/>
            <a:ext cx="5324946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0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(Software)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0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400" y="1152600"/>
            <a:ext cx="5321201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(Software)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1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1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783" y="1152600"/>
            <a:ext cx="6242434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(Software)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2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377" y="1152600"/>
            <a:ext cx="5313247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3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 Paper Prototype (Software)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3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3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669" y="1152600"/>
            <a:ext cx="6750662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ctrTitle"/>
          </p:nvPr>
        </p:nvSpPr>
        <p:spPr>
          <a:xfrm>
            <a:off x="1736300" y="2164800"/>
            <a:ext cx="69495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Storyboard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5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Storyboard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538" y="1152600"/>
            <a:ext cx="5774381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6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Storyboard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738" y="1152600"/>
            <a:ext cx="6824531" cy="38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ctrTitle"/>
          </p:nvPr>
        </p:nvSpPr>
        <p:spPr>
          <a:xfrm>
            <a:off x="1736300" y="2164800"/>
            <a:ext cx="69495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Usability Evaluation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7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7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8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Usability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8"/>
          <p:cNvSpPr txBox="1"/>
          <p:nvPr>
            <p:ph idx="1" type="body"/>
          </p:nvPr>
        </p:nvSpPr>
        <p:spPr>
          <a:xfrm>
            <a:off x="307575" y="1396700"/>
            <a:ext cx="493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Icons should be bigger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Difficult to find how to create a folder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News button hard to identify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Rename “Filter Controls” to “Find Channels”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Difficulty using hue changer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 brightness slider for themes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9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Changes from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Usability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49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9"/>
          <p:cNvSpPr txBox="1"/>
          <p:nvPr>
            <p:ph idx="1" type="body"/>
          </p:nvPr>
        </p:nvSpPr>
        <p:spPr>
          <a:xfrm>
            <a:off x="307575" y="1396700"/>
            <a:ext cx="493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Bigger Icons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Clearer method for creating folders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Changed News Button Icon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Hover (not implemented)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Renamed search bar on News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Changed method of picking custom theme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Removed brightness slider for custom themes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ctrTitle"/>
          </p:nvPr>
        </p:nvSpPr>
        <p:spPr>
          <a:xfrm>
            <a:off x="1736300" y="2164800"/>
            <a:ext cx="69495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Working Prototype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0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1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1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93" y="1152600"/>
            <a:ext cx="7367814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2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52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2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426" y="1152600"/>
            <a:ext cx="7437147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3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53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3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431" y="1152600"/>
            <a:ext cx="7299137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4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4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4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706" y="1152600"/>
            <a:ext cx="7304589" cy="399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5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5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5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5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21" y="1152600"/>
            <a:ext cx="7417358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6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5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326" y="1152600"/>
            <a:ext cx="7313349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7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7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7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8" name="Google Shape;4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928" y="1152600"/>
            <a:ext cx="7402143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8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5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423" y="1152600"/>
            <a:ext cx="7383154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9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59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9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423" y="1152600"/>
            <a:ext cx="7383154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0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0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5" name="Google Shape;4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739" y="1152600"/>
            <a:ext cx="7376522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1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61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1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072" y="1152600"/>
            <a:ext cx="7369856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2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62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2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212" y="1152600"/>
            <a:ext cx="7413576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3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63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3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855" y="1152600"/>
            <a:ext cx="7444289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4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4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Working Prototype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64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4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179" y="1152600"/>
            <a:ext cx="7433642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>
            <p:ph type="ctrTitle"/>
          </p:nvPr>
        </p:nvSpPr>
        <p:spPr>
          <a:xfrm>
            <a:off x="1736300" y="2164800"/>
            <a:ext cx="69495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Heuristic</a:t>
            </a: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 Evaluation</a:t>
            </a:r>
            <a:endParaRPr sz="4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65"/>
          <p:cNvSpPr/>
          <p:nvPr/>
        </p:nvSpPr>
        <p:spPr>
          <a:xfrm>
            <a:off x="-1365400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5"/>
          <p:cNvSpPr/>
          <p:nvPr/>
        </p:nvSpPr>
        <p:spPr>
          <a:xfrm>
            <a:off x="-212103" y="0"/>
            <a:ext cx="2678100" cy="51708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6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Heuristic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66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6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6"/>
          <p:cNvSpPr txBox="1"/>
          <p:nvPr/>
        </p:nvSpPr>
        <p:spPr>
          <a:xfrm>
            <a:off x="361150" y="1367950"/>
            <a:ext cx="85908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Evaluated by Team LinkedIn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Home menu button to got to home screen at any point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Cluttered settings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Sleep mode setting in the system settings tab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Comment icon in messages tab not being necessary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Folders tab in the home screen being out of place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Two search options on the shop page being </a:t>
            </a:r>
            <a:r>
              <a:rPr lang="en" sz="1800">
                <a:solidFill>
                  <a:schemeClr val="dk2"/>
                </a:solidFill>
              </a:rPr>
              <a:t>unnecessary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Formatting issues with the back button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7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Heuristic Evaluation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67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7"/>
          <p:cNvSpPr txBox="1"/>
          <p:nvPr/>
        </p:nvSpPr>
        <p:spPr>
          <a:xfrm>
            <a:off x="264325" y="938850"/>
            <a:ext cx="85908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Two buttons to create a folder in game folders tab is </a:t>
            </a:r>
            <a:r>
              <a:rPr lang="en" sz="1800">
                <a:solidFill>
                  <a:schemeClr val="dk2"/>
                </a:solidFill>
              </a:rPr>
              <a:t>unnecessary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Corresponding lights for 8 Controllers is confusing to understand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No indicator that user has changed the background color they have selected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Plus button in the search store bar in the e-shop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Consistency issues when trying to go back in the controller page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No sidebar in the settings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No button labels in </a:t>
            </a:r>
            <a:r>
              <a:rPr lang="en" sz="1800">
                <a:solidFill>
                  <a:schemeClr val="dk2"/>
                </a:solidFill>
              </a:rPr>
              <a:t>power</a:t>
            </a:r>
            <a:r>
              <a:rPr lang="en" sz="1800">
                <a:solidFill>
                  <a:schemeClr val="dk2"/>
                </a:solidFill>
              </a:rPr>
              <a:t> options screen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No option to add friends or accept or deny friend requests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8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8"/>
          <p:cNvSpPr txBox="1"/>
          <p:nvPr>
            <p:ph type="title"/>
          </p:nvPr>
        </p:nvSpPr>
        <p:spPr>
          <a:xfrm>
            <a:off x="1606725" y="366150"/>
            <a:ext cx="622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Modifications and Justifications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68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8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8"/>
          <p:cNvSpPr txBox="1"/>
          <p:nvPr/>
        </p:nvSpPr>
        <p:spPr>
          <a:xfrm>
            <a:off x="276600" y="938850"/>
            <a:ext cx="85908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added a home screen option so user can use touch screen to go to home page at any time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made more space between the options in the settings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removed sleep mode option in settings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removed the icon in the messages tab on the friends screen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added a small icon in the corner of the home page to view game folders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We only made one search store option in e-shop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Tried our best to keep formatting with button labels consistent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9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9"/>
          <p:cNvSpPr txBox="1"/>
          <p:nvPr>
            <p:ph type="title"/>
          </p:nvPr>
        </p:nvSpPr>
        <p:spPr>
          <a:xfrm>
            <a:off x="1606725" y="366150"/>
            <a:ext cx="753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Modifications and Justifications (Continued)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69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9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9"/>
          <p:cNvSpPr txBox="1"/>
          <p:nvPr/>
        </p:nvSpPr>
        <p:spPr>
          <a:xfrm>
            <a:off x="276600" y="840350"/>
            <a:ext cx="85908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Removed the create folder button in line with the other folders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Limited the lights to just 4 controllers to make it easier to understand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Kept in consideration a save changes option but could not be implemented due to time constraints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Removed plus button in search store bar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Replaced the ‘ok’ button with a ‘back’ to go back to previous page in controllers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Decided to not add sidebar in settings menu to keep more space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Added button labels in power options menu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 Made an add </a:t>
            </a:r>
            <a:r>
              <a:rPr lang="en" sz="1800">
                <a:solidFill>
                  <a:schemeClr val="dk2"/>
                </a:solidFill>
              </a:rPr>
              <a:t>friends</a:t>
            </a:r>
            <a:r>
              <a:rPr lang="en" sz="1800">
                <a:solidFill>
                  <a:schemeClr val="dk2"/>
                </a:solidFill>
              </a:rPr>
              <a:t> tab along with other tabs to fill space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/>
          <p:nvPr/>
        </p:nvSpPr>
        <p:spPr>
          <a:xfrm>
            <a:off x="-24425" y="0"/>
            <a:ext cx="9168300" cy="1152600"/>
          </a:xfrm>
          <a:prstGeom prst="rect">
            <a:avLst/>
          </a:prstGeom>
          <a:solidFill>
            <a:srgbClr val="01EF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0"/>
          <p:cNvSpPr txBox="1"/>
          <p:nvPr>
            <p:ph type="title"/>
          </p:nvPr>
        </p:nvSpPr>
        <p:spPr>
          <a:xfrm>
            <a:off x="1606725" y="366150"/>
            <a:ext cx="753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70"/>
          <p:cNvSpPr/>
          <p:nvPr/>
        </p:nvSpPr>
        <p:spPr>
          <a:xfrm>
            <a:off x="-2442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0"/>
          <p:cNvSpPr/>
          <p:nvPr/>
        </p:nvSpPr>
        <p:spPr>
          <a:xfrm>
            <a:off x="491375" y="0"/>
            <a:ext cx="1123500" cy="1152600"/>
          </a:xfrm>
          <a:prstGeom prst="parallelogram">
            <a:avLst>
              <a:gd fmla="val 7463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0"/>
          <p:cNvSpPr txBox="1"/>
          <p:nvPr/>
        </p:nvSpPr>
        <p:spPr>
          <a:xfrm>
            <a:off x="276600" y="840350"/>
            <a:ext cx="85908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https://xd.adobe.com/view/e1be7a75-d411-4544-8764-9ffa597284ca-b4ed/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